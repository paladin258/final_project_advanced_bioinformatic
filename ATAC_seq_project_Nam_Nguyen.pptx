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9" r:id="rId2"/>
    <p:sldId id="260" r:id="rId3"/>
    <p:sldId id="262" r:id="rId4"/>
    <p:sldId id="261" r:id="rId5"/>
    <p:sldId id="263" r:id="rId6"/>
    <p:sldId id="257" r:id="rId7"/>
    <p:sldId id="258" r:id="rId8"/>
    <p:sldId id="264" r:id="rId9"/>
    <p:sldId id="265" r:id="rId10"/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97"/>
    <p:restoredTop sz="94674"/>
  </p:normalViewPr>
  <p:slideViewPr>
    <p:cSldViewPr snapToGrid="0" snapToObjects="1">
      <p:cViewPr varScale="1">
        <p:scale>
          <a:sx n="128" d="100"/>
          <a:sy n="128" d="100"/>
        </p:scale>
        <p:origin x="1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A0F804-44F6-E647-9EE5-5588548A18C7}" type="datetimeFigureOut">
              <a:rPr lang="en-US" smtClean="0"/>
              <a:t>3/18/19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60960B-91A7-B647-B480-BE15615DA3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0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36CE7-7B9C-D540-BCCE-A5AC53BDA41E}" type="datetimeFigureOut">
              <a:rPr lang="en-US" smtClean="0"/>
              <a:t>3/18/19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F45F-F433-D246-A3DB-EEC1BB99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237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36CE7-7B9C-D540-BCCE-A5AC53BDA41E}" type="datetimeFigureOut">
              <a:rPr lang="en-US" smtClean="0"/>
              <a:t>3/18/19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F45F-F433-D246-A3DB-EEC1BB99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36CE7-7B9C-D540-BCCE-A5AC53BDA41E}" type="datetimeFigureOut">
              <a:rPr lang="en-US" smtClean="0"/>
              <a:t>3/18/19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F45F-F433-D246-A3DB-EEC1BB99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48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36CE7-7B9C-D540-BCCE-A5AC53BDA41E}" type="datetimeFigureOut">
              <a:rPr lang="en-US" smtClean="0"/>
              <a:t>3/18/19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F45F-F433-D246-A3DB-EEC1BB99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806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36CE7-7B9C-D540-BCCE-A5AC53BDA41E}" type="datetimeFigureOut">
              <a:rPr lang="en-US" smtClean="0"/>
              <a:t>3/18/19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F45F-F433-D246-A3DB-EEC1BB99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70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36CE7-7B9C-D540-BCCE-A5AC53BDA41E}" type="datetimeFigureOut">
              <a:rPr lang="en-US" smtClean="0"/>
              <a:t>3/18/19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F45F-F433-D246-A3DB-EEC1BB99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30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36CE7-7B9C-D540-BCCE-A5AC53BDA41E}" type="datetimeFigureOut">
              <a:rPr lang="en-US" smtClean="0"/>
              <a:t>3/18/19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F45F-F433-D246-A3DB-EEC1BB99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005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36CE7-7B9C-D540-BCCE-A5AC53BDA41E}" type="datetimeFigureOut">
              <a:rPr lang="en-US" smtClean="0"/>
              <a:t>3/18/19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F45F-F433-D246-A3DB-EEC1BB99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39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36CE7-7B9C-D540-BCCE-A5AC53BDA41E}" type="datetimeFigureOut">
              <a:rPr lang="en-US" smtClean="0"/>
              <a:t>3/18/19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F45F-F433-D246-A3DB-EEC1BB99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99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36CE7-7B9C-D540-BCCE-A5AC53BDA41E}" type="datetimeFigureOut">
              <a:rPr lang="en-US" smtClean="0"/>
              <a:t>3/18/19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F45F-F433-D246-A3DB-EEC1BB99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23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36CE7-7B9C-D540-BCCE-A5AC53BDA41E}" type="datetimeFigureOut">
              <a:rPr lang="en-US" smtClean="0"/>
              <a:t>3/18/19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F45F-F433-D246-A3DB-EEC1BB99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04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36CE7-7B9C-D540-BCCE-A5AC53BDA41E}" type="datetimeFigureOut">
              <a:rPr lang="en-US" smtClean="0"/>
              <a:t>3/18/19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2F45F-F433-D246-A3DB-EEC1BB99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17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29" y="1212573"/>
            <a:ext cx="10947068" cy="51285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8113" y="357808"/>
            <a:ext cx="6768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Running alignment with </a:t>
            </a:r>
            <a:r>
              <a:rPr lang="en-US" sz="2400" b="1" dirty="0" err="1" smtClean="0"/>
              <a:t>bwa</a:t>
            </a:r>
            <a:r>
              <a:rPr lang="en-US" sz="2400" b="1" dirty="0" smtClean="0"/>
              <a:t> and remove duplicate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886366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07" y="1103243"/>
            <a:ext cx="7879246" cy="50180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532" y="397565"/>
            <a:ext cx="4184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smtClean="0"/>
              <a:t>Calling ATAC peaks with MACS2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01200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34" y="1048025"/>
            <a:ext cx="7415500" cy="4686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470" y="347869"/>
            <a:ext cx="6251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Convert bam files to bigwig files with </a:t>
            </a:r>
            <a:r>
              <a:rPr lang="en-US" sz="2400" b="1" dirty="0" err="1" smtClean="0"/>
              <a:t>deeptools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4455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56591" y="725556"/>
            <a:ext cx="10532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Merge all ATAC peaks and call into reads into the peak regions from each bam file</a:t>
            </a:r>
            <a:endParaRPr lang="en-US" sz="24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1" y="1854477"/>
            <a:ext cx="85471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472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82" y="1093305"/>
            <a:ext cx="9720924" cy="5384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4522" y="337930"/>
            <a:ext cx="9890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Merge all coverage files into a matrix and </a:t>
            </a:r>
            <a:r>
              <a:rPr lang="en-US" sz="2400" b="1" smtClean="0"/>
              <a:t>perform normalization with RPKM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34826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322" y="1152938"/>
            <a:ext cx="6340244" cy="52876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7383" y="347869"/>
            <a:ext cx="11318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Perform </a:t>
            </a:r>
            <a:r>
              <a:rPr lang="en-US" sz="2400" b="1" dirty="0" err="1" smtClean="0"/>
              <a:t>EdgeR</a:t>
            </a:r>
            <a:r>
              <a:rPr lang="en-US" sz="2400" b="1" dirty="0" smtClean="0"/>
              <a:t> analysis and volcano plot the results of differential peaks of Eye vs Wing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800257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31" y="2227581"/>
            <a:ext cx="5703957" cy="33144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4461" y="1741852"/>
            <a:ext cx="2050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Wing specific peaks</a:t>
            </a:r>
          </a:p>
          <a:p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721" y="2226651"/>
            <a:ext cx="6115659" cy="32203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48748" y="1689652"/>
            <a:ext cx="1969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/>
              <a:t>Eye specific peaks</a:t>
            </a:r>
            <a:endParaRPr lang="en-US" b="1" dirty="0" smtClean="0"/>
          </a:p>
          <a:p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8" y="268357"/>
            <a:ext cx="7629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Annotation of </a:t>
            </a:r>
            <a:r>
              <a:rPr lang="en-US" sz="2400" b="1" smtClean="0"/>
              <a:t>Peaks that are specific to either Wing or Eye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02625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015" y="889000"/>
            <a:ext cx="8859776" cy="56111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621078" y="1391478"/>
            <a:ext cx="536713" cy="4701209"/>
          </a:xfrm>
          <a:prstGeom prst="rect">
            <a:avLst/>
          </a:prstGeom>
          <a:solidFill>
            <a:schemeClr val="accent2">
              <a:lumMod val="75000"/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488633" y="228600"/>
            <a:ext cx="385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/>
              <a:t>Antp</a:t>
            </a:r>
            <a:r>
              <a:rPr lang="en-US" sz="2400" b="1" dirty="0" smtClean="0"/>
              <a:t> gene is specific to Wing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7656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054" y="1062083"/>
            <a:ext cx="8761868" cy="5537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599" y="1639957"/>
            <a:ext cx="526775" cy="4671391"/>
          </a:xfrm>
          <a:prstGeom prst="rect">
            <a:avLst/>
          </a:prstGeom>
          <a:solidFill>
            <a:schemeClr val="accent2">
              <a:lumMod val="75000"/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925955" y="248478"/>
            <a:ext cx="34529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/>
              <a:t>eya</a:t>
            </a:r>
            <a:r>
              <a:rPr lang="en-US" sz="2400" b="1" dirty="0" smtClean="0"/>
              <a:t> gene is specific to Eye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89593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21" y="649629"/>
            <a:ext cx="6464992" cy="27495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22" y="3574508"/>
            <a:ext cx="6659218" cy="27451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12164" y="119270"/>
            <a:ext cx="6599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Gene ontology of differential peaks of Wing </a:t>
            </a:r>
            <a:r>
              <a:rPr lang="en-US" sz="2400" b="1" smtClean="0"/>
              <a:t>vs Eye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348870" y="1520842"/>
            <a:ext cx="2050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Wing specific peaks</a:t>
            </a:r>
          </a:p>
          <a:p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302487" y="4466138"/>
            <a:ext cx="18800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Eye specific peaks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21606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107</Words>
  <Application>Microsoft Macintosh PowerPoint</Application>
  <PresentationFormat>Widescreen</PresentationFormat>
  <Paragraphs>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15.0040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vnhansonnguyen@yahoo.com</dc:creator>
  <cp:lastModifiedBy>vnhansonnguyen@yahoo.com</cp:lastModifiedBy>
  <cp:revision>7</cp:revision>
  <dcterms:created xsi:type="dcterms:W3CDTF">2019-03-18T22:48:22Z</dcterms:created>
  <dcterms:modified xsi:type="dcterms:W3CDTF">2019-03-19T04:48:07Z</dcterms:modified>
</cp:coreProperties>
</file>