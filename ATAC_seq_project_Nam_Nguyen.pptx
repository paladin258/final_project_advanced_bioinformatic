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png" ContentType="image/png"/>
  <Default Extension="rels" ContentType="application/vnd.openxmlformats-package.relationship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66" r:id="rId2"/>
    <p:sldId id="259" r:id="rId3"/>
    <p:sldId id="260" r:id="rId4"/>
    <p:sldId id="262" r:id="rId5"/>
    <p:sldId id="261" r:id="rId6"/>
    <p:sldId id="263" r:id="rId7"/>
    <p:sldId id="257" r:id="rId8"/>
    <p:sldId id="258" r:id="rId9"/>
    <p:sldId id="264" r:id="rId10"/>
    <p:sldId id="265" r:id="rId11"/>
    <p:sldId id="256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289"/>
    <p:restoredTop sz="94674"/>
  </p:normalViewPr>
  <p:slideViewPr>
    <p:cSldViewPr snapToGrid="0" snapToObjects="1">
      <p:cViewPr varScale="1">
        <p:scale>
          <a:sx n="128" d="100"/>
          <a:sy n="128" d="100"/>
        </p:scale>
        <p:origin x="184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1A0F804-44F6-E647-9EE5-5588548A18C7}" type="datetimeFigureOut">
              <a:rPr lang="en-US" smtClean="0"/>
              <a:t>3/18/19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660960B-91A7-B647-B480-BE15615DA37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7609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92373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983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489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880689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6709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308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80056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39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6996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262352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10047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A36CE7-7B9C-D540-BCCE-A5AC53BDA41E}" type="datetimeFigureOut">
              <a:rPr lang="en-US" smtClean="0"/>
              <a:t>3/18/19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DB2F45F-F433-D246-A3DB-EEC1BB99589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6176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327991" y="149086"/>
            <a:ext cx="13003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Pipeline:</a:t>
            </a:r>
            <a:endParaRPr lang="en-US" sz="2400" b="1" dirty="0"/>
          </a:p>
        </p:txBody>
      </p:sp>
      <p:sp>
        <p:nvSpPr>
          <p:cNvPr id="5" name="Rounded Rectangle 4"/>
          <p:cNvSpPr/>
          <p:nvPr/>
        </p:nvSpPr>
        <p:spPr>
          <a:xfrm>
            <a:off x="1111035" y="1470992"/>
            <a:ext cx="175922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Alignment: BWA</a:t>
            </a:r>
            <a:endParaRPr lang="en-US" dirty="0"/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3101007" y="2047461"/>
            <a:ext cx="109330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315727" y="1505778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mtClean="0"/>
              <a:t>Remove Duplicate: Picard</a:t>
            </a:r>
            <a:endParaRPr lang="en-US" dirty="0"/>
          </a:p>
        </p:txBody>
      </p:sp>
      <p:cxnSp>
        <p:nvCxnSpPr>
          <p:cNvPr id="10" name="Straight Arrow Connector 9"/>
          <p:cNvCxnSpPr/>
          <p:nvPr/>
        </p:nvCxnSpPr>
        <p:spPr>
          <a:xfrm>
            <a:off x="6821555" y="2050774"/>
            <a:ext cx="1093304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8036275" y="1509091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Peak calling: MACS2</a:t>
            </a:r>
            <a:endParaRPr lang="en-US" dirty="0"/>
          </a:p>
        </p:txBody>
      </p:sp>
      <p:cxnSp>
        <p:nvCxnSpPr>
          <p:cNvPr id="12" name="Straight Arrow Connector 11"/>
          <p:cNvCxnSpPr/>
          <p:nvPr/>
        </p:nvCxnSpPr>
        <p:spPr>
          <a:xfrm flipV="1">
            <a:off x="6652589" y="1093305"/>
            <a:ext cx="1262270" cy="41247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8019710" y="160683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Make bigwig: </a:t>
            </a:r>
            <a:r>
              <a:rPr lang="en-US" dirty="0" err="1" smtClean="0"/>
              <a:t>Deeptools</a:t>
            </a:r>
            <a:endParaRPr lang="en-US" dirty="0"/>
          </a:p>
        </p:txBody>
      </p:sp>
      <p:cxnSp>
        <p:nvCxnSpPr>
          <p:cNvPr id="15" name="Straight Arrow Connector 14"/>
          <p:cNvCxnSpPr/>
          <p:nvPr/>
        </p:nvCxnSpPr>
        <p:spPr>
          <a:xfrm flipH="1">
            <a:off x="9144000" y="2720009"/>
            <a:ext cx="8188" cy="569843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950136" y="3407467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Merge and Peak Coverage: Bedtools</a:t>
            </a:r>
            <a:endParaRPr lang="en-US" dirty="0"/>
          </a:p>
        </p:txBody>
      </p:sp>
      <p:sp>
        <p:nvSpPr>
          <p:cNvPr id="18" name="Rounded Rectangle 17"/>
          <p:cNvSpPr/>
          <p:nvPr/>
        </p:nvSpPr>
        <p:spPr>
          <a:xfrm>
            <a:off x="4228607" y="3390901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Generate a matrix file and RPKM normalize: self-written python script</a:t>
            </a:r>
            <a:endParaRPr lang="en-US" dirty="0"/>
          </a:p>
        </p:txBody>
      </p:sp>
      <p:cxnSp>
        <p:nvCxnSpPr>
          <p:cNvPr id="19" name="Straight Arrow Connector 18"/>
          <p:cNvCxnSpPr/>
          <p:nvPr/>
        </p:nvCxnSpPr>
        <p:spPr>
          <a:xfrm flipH="1">
            <a:off x="6751982" y="3949149"/>
            <a:ext cx="102041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>
            <a:off x="3031433" y="3949149"/>
            <a:ext cx="1020417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1659" y="3389243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Statistical Analysis: </a:t>
            </a:r>
            <a:r>
              <a:rPr lang="en-US" dirty="0" err="1" smtClean="0"/>
              <a:t>EdgeR</a:t>
            </a:r>
            <a:endParaRPr lang="en-US" dirty="0"/>
          </a:p>
        </p:txBody>
      </p:sp>
      <p:cxnSp>
        <p:nvCxnSpPr>
          <p:cNvPr id="24" name="Straight Arrow Connector 23"/>
          <p:cNvCxnSpPr/>
          <p:nvPr/>
        </p:nvCxnSpPr>
        <p:spPr>
          <a:xfrm flipH="1">
            <a:off x="1884137" y="4516185"/>
            <a:ext cx="11582" cy="81666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ounded Rectangle 27"/>
          <p:cNvSpPr/>
          <p:nvPr/>
        </p:nvSpPr>
        <p:spPr>
          <a:xfrm>
            <a:off x="1628347" y="5495696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Peak annotation: ChIP-seeker </a:t>
            </a:r>
            <a:endParaRPr lang="en-US" dirty="0"/>
          </a:p>
        </p:txBody>
      </p:sp>
      <p:cxnSp>
        <p:nvCxnSpPr>
          <p:cNvPr id="32" name="Straight Arrow Connector 31"/>
          <p:cNvCxnSpPr/>
          <p:nvPr/>
        </p:nvCxnSpPr>
        <p:spPr>
          <a:xfrm>
            <a:off x="4051850" y="5962189"/>
            <a:ext cx="176254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5963475" y="5420507"/>
            <a:ext cx="2264956" cy="10833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Gene Ontology: </a:t>
            </a:r>
            <a:r>
              <a:rPr lang="en-US" dirty="0" err="1" smtClean="0"/>
              <a:t>metascape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2015216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4529" y="1212573"/>
            <a:ext cx="10947068" cy="51285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08113" y="357808"/>
            <a:ext cx="676877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Running alignment with </a:t>
            </a:r>
            <a:r>
              <a:rPr lang="en-US" sz="2400" b="1" dirty="0" err="1" smtClean="0"/>
              <a:t>bwa</a:t>
            </a:r>
            <a:r>
              <a:rPr lang="en-US" sz="2400" b="1" dirty="0" smtClean="0"/>
              <a:t> and remove duplicate 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8863660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8407" y="1103243"/>
            <a:ext cx="7879246" cy="501806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66532" y="397565"/>
            <a:ext cx="4184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smtClean="0"/>
              <a:t>Calling ATAC peaks with MACS2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501200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334" y="1048025"/>
            <a:ext cx="7415500" cy="4686853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76470" y="347869"/>
            <a:ext cx="6251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Convert bam files to bigwig files with </a:t>
            </a:r>
            <a:r>
              <a:rPr lang="en-US" sz="2400" b="1" dirty="0" err="1" smtClean="0"/>
              <a:t>deeptools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744558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556591" y="725556"/>
            <a:ext cx="1053205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Merge all ATAC peaks and call into reads into the peak regions from each bam file</a:t>
            </a:r>
            <a:endParaRPr lang="en-US" sz="2400" b="1" dirty="0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6591" y="1854477"/>
            <a:ext cx="8547100" cy="3009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4720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382" y="1093305"/>
            <a:ext cx="9720924" cy="538403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94522" y="337930"/>
            <a:ext cx="98909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Merge all coverage files into a matrix and </a:t>
            </a:r>
            <a:r>
              <a:rPr lang="en-US" sz="2400" b="1" smtClean="0"/>
              <a:t>perform normalization with RPKM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33482669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9322" y="1152938"/>
            <a:ext cx="6340244" cy="528761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27383" y="347869"/>
            <a:ext cx="1131835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Perform </a:t>
            </a:r>
            <a:r>
              <a:rPr lang="en-US" sz="2400" b="1" dirty="0" err="1" smtClean="0"/>
              <a:t>EdgeR</a:t>
            </a:r>
            <a:r>
              <a:rPr lang="en-US" sz="2400" b="1" dirty="0" smtClean="0"/>
              <a:t> analysis and volcano plot the results of differential peaks of Eye vs Wing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180025797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6931" y="2227581"/>
            <a:ext cx="5703957" cy="331446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904461" y="1741852"/>
            <a:ext cx="2050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Wing specific peaks</a:t>
            </a:r>
          </a:p>
          <a:p>
            <a:endParaRPr lang="en-US" b="1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3721" y="2226651"/>
            <a:ext cx="6115659" cy="322037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48748" y="1689652"/>
            <a:ext cx="19690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smtClean="0"/>
              <a:t>Eye specific peaks</a:t>
            </a:r>
            <a:endParaRPr lang="en-US" b="1" dirty="0" smtClean="0"/>
          </a:p>
          <a:p>
            <a:endParaRPr lang="en-US" b="1" dirty="0"/>
          </a:p>
        </p:txBody>
      </p:sp>
      <p:sp>
        <p:nvSpPr>
          <p:cNvPr id="8" name="TextBox 7"/>
          <p:cNvSpPr txBox="1"/>
          <p:nvPr/>
        </p:nvSpPr>
        <p:spPr>
          <a:xfrm>
            <a:off x="2285998" y="268357"/>
            <a:ext cx="7629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Annotation of </a:t>
            </a:r>
            <a:r>
              <a:rPr lang="en-US" sz="2400" b="1" smtClean="0"/>
              <a:t>Peaks that are specific to either Wing or Eye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50262514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98015" y="889000"/>
            <a:ext cx="8859776" cy="5611191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9621078" y="1391478"/>
            <a:ext cx="536713" cy="4701209"/>
          </a:xfrm>
          <a:prstGeom prst="rect">
            <a:avLst/>
          </a:prstGeom>
          <a:solidFill>
            <a:schemeClr val="accent2">
              <a:lumMod val="75000"/>
              <a:alpha val="2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488633" y="228600"/>
            <a:ext cx="38517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 smtClean="0"/>
              <a:t>Antp</a:t>
            </a:r>
            <a:r>
              <a:rPr lang="en-US" sz="2400" b="1" dirty="0" smtClean="0"/>
              <a:t> gene is specific to Wing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4276568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8054" y="1062083"/>
            <a:ext cx="8761868" cy="553750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8229599" y="1639957"/>
            <a:ext cx="526775" cy="4671391"/>
          </a:xfrm>
          <a:prstGeom prst="rect">
            <a:avLst/>
          </a:prstGeom>
          <a:solidFill>
            <a:schemeClr val="accent2">
              <a:lumMod val="75000"/>
              <a:alpha val="27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3925955" y="248478"/>
            <a:ext cx="345293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err="1" smtClean="0"/>
              <a:t>eya</a:t>
            </a:r>
            <a:r>
              <a:rPr lang="en-US" sz="2400" b="1" dirty="0" smtClean="0"/>
              <a:t> gene is specific to Eye</a:t>
            </a:r>
            <a:endParaRPr lang="en-US" sz="2400" b="1" dirty="0"/>
          </a:p>
        </p:txBody>
      </p:sp>
    </p:spTree>
    <p:extLst>
      <p:ext uri="{BB962C8B-B14F-4D97-AF65-F5344CB8AC3E}">
        <p14:creationId xmlns:p14="http://schemas.microsoft.com/office/powerpoint/2010/main" val="7895932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921" y="649629"/>
            <a:ext cx="6464992" cy="2749553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922" y="3574508"/>
            <a:ext cx="6659218" cy="274517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912164" y="119270"/>
            <a:ext cx="65992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 smtClean="0"/>
              <a:t>Gene ontology of differential peaks of Wing </a:t>
            </a:r>
            <a:r>
              <a:rPr lang="en-US" sz="2400" b="1" smtClean="0"/>
              <a:t>vs Eye</a:t>
            </a:r>
            <a:endParaRPr lang="en-US" sz="2400" b="1" dirty="0"/>
          </a:p>
        </p:txBody>
      </p:sp>
      <p:sp>
        <p:nvSpPr>
          <p:cNvPr id="7" name="TextBox 6"/>
          <p:cNvSpPr txBox="1"/>
          <p:nvPr/>
        </p:nvSpPr>
        <p:spPr>
          <a:xfrm>
            <a:off x="8348870" y="1520842"/>
            <a:ext cx="205030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Wing specific peaks</a:t>
            </a:r>
          </a:p>
          <a:p>
            <a:endParaRPr lang="en-US" b="1" dirty="0"/>
          </a:p>
        </p:txBody>
      </p:sp>
      <p:sp>
        <p:nvSpPr>
          <p:cNvPr id="8" name="TextBox 7"/>
          <p:cNvSpPr txBox="1"/>
          <p:nvPr/>
        </p:nvSpPr>
        <p:spPr>
          <a:xfrm>
            <a:off x="8302487" y="4466138"/>
            <a:ext cx="188006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 smtClean="0"/>
              <a:t>Eye specific peaks</a:t>
            </a:r>
          </a:p>
          <a:p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82160692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382</TotalTime>
  <Words>153</Words>
  <Application>Microsoft Macintosh PowerPoint</Application>
  <PresentationFormat>Widescreen</PresentationFormat>
  <Paragraphs>24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Calibri</vt:lpstr>
      <vt:lpstr>Calibri Light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15.0040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vnhansonnguyen@yahoo.com</dc:creator>
  <cp:lastModifiedBy>vnhansonnguyen@yahoo.com</cp:lastModifiedBy>
  <cp:revision>9</cp:revision>
  <dcterms:created xsi:type="dcterms:W3CDTF">2019-03-18T22:48:22Z</dcterms:created>
  <dcterms:modified xsi:type="dcterms:W3CDTF">2019-03-19T05:10:26Z</dcterms:modified>
</cp:coreProperties>
</file>